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1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095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32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08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3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51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12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95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4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6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5890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882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76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23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35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98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9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19023" y="3020970"/>
            <a:ext cx="6844288" cy="1373070"/>
          </a:xfrm>
        </p:spPr>
        <p:txBody>
          <a:bodyPr/>
          <a:lstStyle/>
          <a:p>
            <a:pPr>
              <a:defRPr sz="4000" b="1">
                <a:solidFill>
                  <a:srgbClr val="FFD400"/>
                </a:solidFill>
              </a:defRPr>
            </a:pPr>
            <a:r>
              <a:rPr lang="en-IN" dirty="0" err="1"/>
              <a:t>RideShareX</a:t>
            </a:r>
            <a:endParaRPr dirty="0"/>
          </a:p>
          <a:p>
            <a:r>
              <a:rPr dirty="0"/>
              <a:t>Smart Rideshare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Connecting Drivers &amp; Passengers with Intelligence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MERN | Socket.io | AI Powered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D400"/>
                </a:solidFill>
              </a:defRPr>
            </a:pPr>
            <a:r>
              <a:t>Problem &amp; 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641673"/>
            <a:ext cx="6887389" cy="359931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Cars traveling long distances have 2-3 empty seats, wasting capacity and increasing per-person costs.</a:t>
            </a:r>
          </a:p>
          <a:p>
            <a:r>
              <a:rPr lang="en-US" dirty="0"/>
              <a:t>Individual travelers face expensive fares that make frequent or long-distance commutes financially burdensome.</a:t>
            </a:r>
          </a:p>
          <a:p>
            <a:r>
              <a:rPr lang="en-US" dirty="0"/>
              <a:t>Lack of verified profiles and rating systems prevents users from confidently sharing rides with strangers.</a:t>
            </a:r>
          </a:p>
          <a:p>
            <a:r>
              <a:rPr lang="en-US" dirty="0"/>
              <a:t>Drivers set arbitrary prices without market insights, resulting in either no bookings or reduced earnings.</a:t>
            </a:r>
          </a:p>
          <a:p>
            <a:r>
              <a:rPr lang="en-US" dirty="0"/>
              <a:t>Increasing environmental awareness creates market opportunity for affordable, eco-friendly shared transportation.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D400"/>
                </a:solidFill>
              </a:defRPr>
            </a:pPr>
            <a:r>
              <a:rPr dirty="0"/>
              <a:t>Our Solution – </a:t>
            </a:r>
            <a:r>
              <a:rPr dirty="0" err="1"/>
              <a:t>NavKalpana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587" y="2541581"/>
            <a:ext cx="6887389" cy="359931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sz="2800" dirty="0"/>
              <a:t>Dual-role platform (Driver &amp; Passenger)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AI-powered price suggestions (±10%)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Real-time chat &amp; notifications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Ride optimization engine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Built-in monetization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D400"/>
                </a:solidFill>
              </a:defRPr>
            </a:pPr>
            <a:r>
              <a:t>Key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505456"/>
            <a:ext cx="6887389" cy="359931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AI Dynamic Pricing (₹4/km × Demand Multiplier)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400" dirty="0"/>
              <a:t>Saved Routes Intelligence for demand prediction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400" dirty="0"/>
              <a:t>Automatic ride performance detection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400" dirty="0"/>
              <a:t>One-click optimization suggestions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D400"/>
                </a:solidFill>
              </a:defRPr>
            </a:pPr>
            <a:r>
              <a:t>Technical Architecture (MERN)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Frontend: React 19, Vite, Tailwind v4, </a:t>
            </a:r>
            <a:r>
              <a:rPr dirty="0" err="1"/>
              <a:t>Shadcn</a:t>
            </a:r>
            <a:r>
              <a:rPr dirty="0"/>
              <a:t>/</a:t>
            </a:r>
            <a:r>
              <a:rPr dirty="0" err="1"/>
              <a:t>ui</a:t>
            </a:r>
            <a:endParaRPr dirty="0"/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400" dirty="0"/>
              <a:t>Backend: Node.js, Express, MongoDB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400" dirty="0"/>
              <a:t>Real-time: Socket.io (</a:t>
            </a:r>
            <a:r>
              <a:rPr sz="2400" dirty="0" err="1"/>
              <a:t>WebSockets</a:t>
            </a:r>
            <a:r>
              <a:rPr sz="2400" dirty="0"/>
              <a:t>)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400" dirty="0"/>
              <a:t>Security: JWT, </a:t>
            </a:r>
            <a:r>
              <a:rPr sz="2400" dirty="0" err="1"/>
              <a:t>bcrypt</a:t>
            </a:r>
            <a:r>
              <a:rPr sz="2400" dirty="0"/>
              <a:t>, Role-based access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400" dirty="0"/>
              <a:t>Cloud: </a:t>
            </a:r>
            <a:r>
              <a:rPr sz="2400" dirty="0" err="1"/>
              <a:t>Cloudinary</a:t>
            </a:r>
            <a:endParaRPr sz="2400" dirty="0"/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400" dirty="0"/>
              <a:t>3-Tier: Frontend → API →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D400"/>
                </a:solidFill>
              </a:defRPr>
            </a:pPr>
            <a:r>
              <a:t>User Journey &amp; 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defRPr sz="2000">
                <a:solidFill>
                  <a:srgbClr val="FFFFFF"/>
                </a:solidFill>
              </a:defRPr>
            </a:pPr>
            <a:r>
              <a:rPr sz="2800" dirty="0"/>
              <a:t>Passenger: Search → View → Book → Chat → Rate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Driver: Post Ride → Accept → Track Earnings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Dashboard with performance insights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Real-time booking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D400"/>
                </a:solidFill>
              </a:defRPr>
            </a:pPr>
            <a:r>
              <a:t>Intelligent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Demand Analysis (±3 days data)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High Demand (&gt;10 seats) → +20% pricing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Optimization: &lt;30% fill rate alert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t>Context-based ride improvement suggestions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D400"/>
                </a:solidFill>
              </a:defRPr>
            </a:pPr>
            <a:r>
              <a:t>Monetization &amp; 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sz="2800" dirty="0"/>
              <a:t>10% commission per ride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Premium visibility (₹99/ride)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Instant confirmation badge (₹199/month)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Scalable subscription-based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D400"/>
                </a:solidFill>
              </a:defRPr>
            </a:pPr>
            <a:r>
              <a:t>Trust, Safety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sz="2800" dirty="0"/>
              <a:t>Dual rating &amp; reliability scoring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OTP verification &amp; profile validation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Secure in-app chat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&lt;200ms backend response time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&lt;2s frontend load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D400"/>
                </a:solidFill>
              </a:defRPr>
            </a:pPr>
            <a:r>
              <a:t>Impact, Roadmap &amp; USP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sz="2800" dirty="0"/>
              <a:t>AI-driven pricing + route intelligence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Proactive ride optimization system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Payment integration ready (</a:t>
            </a:r>
            <a:r>
              <a:rPr sz="2800" dirty="0" err="1"/>
              <a:t>Razorpay</a:t>
            </a:r>
            <a:r>
              <a:rPr sz="2800" dirty="0"/>
              <a:t>/Stripe)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Reduced carbon footprint &amp; affordable travel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sz="2800" dirty="0"/>
              <a:t>Ready for deployment &amp; scale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02DC8-081F-970E-225B-FAF2D54E89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6B0C6-3A86-D48D-F1F8-77A2EF7C89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692540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24</TotalTime>
  <Words>363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Trebuchet MS</vt:lpstr>
      <vt:lpstr>Berlin</vt:lpstr>
      <vt:lpstr>RideShareX Smart Rideshare Platform</vt:lpstr>
      <vt:lpstr>Problem &amp; Market Opportunity</vt:lpstr>
      <vt:lpstr>Our Solution – NavKalpana</vt:lpstr>
      <vt:lpstr>Key Innovations</vt:lpstr>
      <vt:lpstr>Technical Architecture (MERN)</vt:lpstr>
      <vt:lpstr>User Journey &amp; Core Features</vt:lpstr>
      <vt:lpstr>Intelligent Algorithms</vt:lpstr>
      <vt:lpstr>Monetization &amp; Revenue Model</vt:lpstr>
      <vt:lpstr>Trust, Safety &amp; Performance</vt:lpstr>
      <vt:lpstr>Impact, Roadmap &amp; USP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Ritesh kujur</cp:lastModifiedBy>
  <cp:revision>3</cp:revision>
  <dcterms:created xsi:type="dcterms:W3CDTF">2013-01-27T09:14:16Z</dcterms:created>
  <dcterms:modified xsi:type="dcterms:W3CDTF">2026-02-26T11:19:29Z</dcterms:modified>
  <cp:category/>
</cp:coreProperties>
</file>